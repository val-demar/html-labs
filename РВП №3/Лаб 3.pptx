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F2D5E63A-EDEC-4FA4-A1B3-1864E8E9CF43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F2673AE-9B0B-4AB6-BB72-E2818F0CA383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574116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E63A-EDEC-4FA4-A1B3-1864E8E9CF43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3AE-9B0B-4AB6-BB72-E2818F0CA3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9997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2D5E63A-EDEC-4FA4-A1B3-1864E8E9CF43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F2673AE-9B0B-4AB6-BB72-E2818F0CA383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1672490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E63A-EDEC-4FA4-A1B3-1864E8E9CF43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3AE-9B0B-4AB6-BB72-E2818F0CA3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4029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E63A-EDEC-4FA4-A1B3-1864E8E9CF43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3AE-9B0B-4AB6-BB72-E2818F0CA3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6594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E63A-EDEC-4FA4-A1B3-1864E8E9CF43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3AE-9B0B-4AB6-BB72-E2818F0CA3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5754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E63A-EDEC-4FA4-A1B3-1864E8E9CF43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3AE-9B0B-4AB6-BB72-E2818F0CA3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1996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2D5E63A-EDEC-4FA4-A1B3-1864E8E9CF43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F2673AE-9B0B-4AB6-BB72-E2818F0CA383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67959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2D5E63A-EDEC-4FA4-A1B3-1864E8E9CF43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F2673AE-9B0B-4AB6-BB72-E2818F0CA383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85212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E63A-EDEC-4FA4-A1B3-1864E8E9CF43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3AE-9B0B-4AB6-BB72-E2818F0CA3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3051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E63A-EDEC-4FA4-A1B3-1864E8E9CF43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3AE-9B0B-4AB6-BB72-E2818F0CA3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1706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F2D5E63A-EDEC-4FA4-A1B3-1864E8E9CF43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BF2673AE-9B0B-4AB6-BB72-E2818F0CA383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9591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DA4E56-8136-D302-134A-EB6ECBB0B4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3200" b="1" dirty="0"/>
              <a:t>Лабораторная работа № 1</a:t>
            </a:r>
            <a:br>
              <a:rPr lang="ru-RU" sz="3200" b="1" dirty="0"/>
            </a:br>
            <a:r>
              <a:rPr lang="ru-RU" sz="3200" b="1" dirty="0"/>
              <a:t>Управление цветом</a:t>
            </a:r>
            <a:br>
              <a:rPr lang="ru-RU" b="1" dirty="0"/>
            </a:br>
            <a:endParaRPr lang="ru-RU" sz="36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6CF6AE2-A177-F951-2646-D52E89BC37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Выполнил</a:t>
            </a:r>
            <a:r>
              <a:rPr lang="en-US" dirty="0"/>
              <a:t>:</a:t>
            </a:r>
            <a:r>
              <a:rPr lang="ru-RU" dirty="0"/>
              <a:t> Приймак В.И.</a:t>
            </a:r>
          </a:p>
          <a:p>
            <a:pPr algn="r"/>
            <a:r>
              <a:rPr lang="ru-RU" dirty="0"/>
              <a:t>Проверил</a:t>
            </a:r>
            <a:r>
              <a:rPr lang="en-US" dirty="0"/>
              <a:t>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4215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EB53A2-BF25-67B2-85C7-9A6F190D7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100" b="1" dirty="0"/>
              <a:t>Задание 1. </a:t>
            </a:r>
            <a:r>
              <a:rPr lang="ru-RU" sz="3100" dirty="0"/>
              <a:t>Оформление цветом Web-страницы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193A25-6F0A-9E85-7499-8ACE5DC6A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31985"/>
            <a:ext cx="9601200" cy="5305699"/>
          </a:xfrm>
        </p:spPr>
        <p:txBody>
          <a:bodyPr>
            <a:normAutofit/>
          </a:bodyPr>
          <a:lstStyle/>
          <a:p>
            <a:r>
              <a:rPr lang="ru-RU" sz="2500" b="1" dirty="0"/>
              <a:t>Ход выполнения работы</a:t>
            </a:r>
          </a:p>
          <a:p>
            <a:pPr lvl="0"/>
            <a:r>
              <a:rPr lang="ru-RU" dirty="0"/>
              <a:t>Создайте новую Web-страницу.</a:t>
            </a:r>
          </a:p>
          <a:p>
            <a:pPr lvl="0"/>
            <a:r>
              <a:rPr lang="ru-RU" dirty="0"/>
              <a:t>В элементе &lt;TITLE&gt; укажите название странички «Задание 1. Оформление цветом </a:t>
            </a:r>
            <a:r>
              <a:rPr lang="en-US" dirty="0"/>
              <a:t>Web-</a:t>
            </a:r>
            <a:r>
              <a:rPr lang="ru-RU" dirty="0"/>
              <a:t>страницы.»</a:t>
            </a:r>
          </a:p>
          <a:p>
            <a:pPr lvl="0"/>
            <a:r>
              <a:rPr lang="ru-RU" dirty="0"/>
              <a:t>В начальном элементе &lt;BODY&gt; используйте соответствующий атрибут, чтобы сделать цвет фона странички черным.</a:t>
            </a:r>
          </a:p>
          <a:p>
            <a:pPr lvl="0"/>
            <a:r>
              <a:rPr lang="ru-RU" dirty="0"/>
              <a:t>Сделайте надпись белым цветом «Спокойной ночи». Выровняйте ее по середине страницы. Размер шрифта 4.</a:t>
            </a:r>
          </a:p>
          <a:p>
            <a:pPr lvl="0"/>
            <a:r>
              <a:rPr lang="ru-RU" dirty="0"/>
              <a:t>Вставьте горизонтальную линию красного цвета.</a:t>
            </a:r>
          </a:p>
          <a:p>
            <a:pPr lvl="0"/>
            <a:r>
              <a:rPr lang="ru-RU" dirty="0"/>
              <a:t>Сделайте надпись желтого цвета «Приятных сновидений». Выровняйте ее по середине страницы. Размер шрифта 7.</a:t>
            </a:r>
          </a:p>
          <a:p>
            <a:pPr lvl="0"/>
            <a:r>
              <a:rPr lang="ru-RU" dirty="0"/>
              <a:t>Вставьте горизонтальную линию синего цвета толщиной 10 пикселов, длиной 50% от ширины экрана, и выровняйте ее по центру.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6184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DAA756-9141-A7A5-98B1-FA1578712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Листинг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AE852D09-731D-6477-0416-4B370C6429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6992" y="2294022"/>
            <a:ext cx="10625408" cy="3632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971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B88806-2A22-176E-7029-5B5908A69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 работы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FE75E303-1558-DB7D-F19A-7E9A452D1C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3426280"/>
            <a:ext cx="9601200" cy="130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347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7C1FFA-1299-538C-0778-98C3DA2E4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20ABA8-F3FB-0835-56D8-A64FCCC2F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результате выполнения лабораторной работы я научился создавать цветной фон </a:t>
            </a:r>
            <a:r>
              <a:rPr lang="en-US" dirty="0"/>
              <a:t>Web-</a:t>
            </a:r>
            <a:r>
              <a:rPr lang="ru-RU" dirty="0"/>
              <a:t>страницы, использовать шрифт </a:t>
            </a:r>
            <a:r>
              <a:rPr lang="ru-RU"/>
              <a:t>различного цвета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0694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457FE-E625-E0A7-D7D2-8F5888964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-549442"/>
            <a:ext cx="960120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A38DCE6-7AC7-6A80-48BE-AE67FA9422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0332" y="575203"/>
            <a:ext cx="1186341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Цветовая гамма HTML-документа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это набор цветов, используемых на странице (фона, текста, ссылок, элементов). Цвет задаётся с помощью имени (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red</a:t>
            </a:r>
            <a:r>
              <a:rPr kumimoji="0" lang="ru-RU" altLang="ru-RU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кода RGB (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rgb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(255,0,0)</a:t>
            </a:r>
            <a:r>
              <a:rPr kumimoji="0" lang="ru-RU" altLang="ru-RU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или HEX (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#FF0000</a:t>
            </a:r>
            <a:r>
              <a:rPr kumimoji="0" lang="ru-RU" altLang="ru-RU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Сочетание цветов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подбор цветов, которые гармонично выглядят вместе. Основное правило — контраст между фоном и текстом, а также использование 2–3 основных цветов для единообразного стиля страницы.</a:t>
            </a:r>
          </a:p>
        </p:txBody>
      </p:sp>
    </p:spTree>
    <p:extLst>
      <p:ext uri="{BB962C8B-B14F-4D97-AF65-F5344CB8AC3E}">
        <p14:creationId xmlns:p14="http://schemas.microsoft.com/office/powerpoint/2010/main" val="2557021042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18</TotalTime>
  <Words>221</Words>
  <Application>Microsoft Office PowerPoint</Application>
  <PresentationFormat>Широкоэкранный</PresentationFormat>
  <Paragraphs>18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Arial Unicode MS</vt:lpstr>
      <vt:lpstr>Franklin Gothic Book</vt:lpstr>
      <vt:lpstr>Уголки</vt:lpstr>
      <vt:lpstr>Лабораторная работа № 1 Управление цветом </vt:lpstr>
      <vt:lpstr>Задание 1. Оформление цветом Web-страницы </vt:lpstr>
      <vt:lpstr>Листинг</vt:lpstr>
      <vt:lpstr>Результат работы</vt:lpstr>
      <vt:lpstr>Вывод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</cp:revision>
  <dcterms:created xsi:type="dcterms:W3CDTF">2025-10-10T10:19:21Z</dcterms:created>
  <dcterms:modified xsi:type="dcterms:W3CDTF">2025-11-06T14:35:36Z</dcterms:modified>
</cp:coreProperties>
</file>