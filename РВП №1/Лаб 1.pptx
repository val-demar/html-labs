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2D5E63A-EDEC-4FA4-A1B3-1864E8E9CF43}" type="datetimeFigureOut">
              <a:rPr lang="ru-RU" smtClean="0"/>
              <a:t>10.10.2025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57411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10.10.2025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997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D5E63A-EDEC-4FA4-A1B3-1864E8E9CF43}" type="datetimeFigureOut">
              <a:rPr lang="ru-RU" smtClean="0"/>
              <a:t>10.10.2025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167249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10.10.2025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029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10.10.2025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59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10.10.2025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75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10.10.2025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996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D5E63A-EDEC-4FA4-A1B3-1864E8E9CF43}" type="datetimeFigureOut">
              <a:rPr lang="ru-RU" smtClean="0"/>
              <a:t>10.10.2025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67959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D5E63A-EDEC-4FA4-A1B3-1864E8E9CF43}" type="datetimeFigureOut">
              <a:rPr lang="ru-RU" smtClean="0"/>
              <a:t>10.10.2025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8521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10.10.2025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051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10.10.2025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706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F2D5E63A-EDEC-4FA4-A1B3-1864E8E9CF43}" type="datetimeFigureOut">
              <a:rPr lang="ru-RU" smtClean="0"/>
              <a:t>10.10.2025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9591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A4E56-8136-D302-134A-EB6ECBB0B4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200" b="1" dirty="0"/>
              <a:t>Лабораторная работа № 1</a:t>
            </a:r>
            <a:br>
              <a:rPr lang="ru-RU" sz="3200" b="1" dirty="0"/>
            </a:br>
            <a:r>
              <a:rPr lang="ru-RU" sz="3200" b="1" dirty="0"/>
              <a:t>Основные понятия языка HTML. Структура документа HTML</a:t>
            </a:r>
            <a:br>
              <a:rPr lang="ru-RU" b="1" dirty="0"/>
            </a:br>
            <a:endParaRPr lang="ru-RU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CF6AE2-A177-F951-2646-D52E89BC37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</a:t>
            </a:r>
            <a:r>
              <a:rPr lang="en-US" dirty="0"/>
              <a:t>:</a:t>
            </a:r>
            <a:r>
              <a:rPr lang="ru-RU" dirty="0"/>
              <a:t> Приймак В.И.</a:t>
            </a:r>
          </a:p>
          <a:p>
            <a:pPr algn="r"/>
            <a:r>
              <a:rPr lang="ru-RU" dirty="0"/>
              <a:t>Проверил</a:t>
            </a:r>
            <a:r>
              <a:rPr lang="en-US" dirty="0"/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4215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B53A2-BF25-67B2-85C7-9A6F190D7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100" b="1" dirty="0"/>
              <a:t>Задание 1. Создание простейшей Web-страницы.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193A25-6F0A-9E85-7499-8ACE5DC6A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1985"/>
            <a:ext cx="9601200" cy="5305699"/>
          </a:xfrm>
        </p:spPr>
        <p:txBody>
          <a:bodyPr>
            <a:normAutofit fontScale="70000" lnSpcReduction="20000"/>
          </a:bodyPr>
          <a:lstStyle/>
          <a:p>
            <a:r>
              <a:rPr lang="ru-RU" sz="2500" b="1" dirty="0"/>
              <a:t>Ход выполнения работы</a:t>
            </a:r>
          </a:p>
          <a:p>
            <a:pPr lvl="0"/>
            <a:r>
              <a:rPr lang="ru-RU" sz="2500" dirty="0"/>
              <a:t>Создайте новый проект в вашей интегрированной среде разработки (IDE) или создайте отдельную директорию на вашем компьютере для будущего веб-приложения.</a:t>
            </a:r>
          </a:p>
          <a:p>
            <a:pPr lvl="0"/>
            <a:r>
              <a:rPr lang="ru-RU" sz="2500" dirty="0"/>
              <a:t>Откройте выбранный текстовый редактор (рекомендуется использовать более продвинутый текстовый редактор или IDE, такие как Visual Studio Code, </a:t>
            </a:r>
            <a:r>
              <a:rPr lang="ru-RU" sz="2500" dirty="0" err="1"/>
              <a:t>Atom</a:t>
            </a:r>
            <a:r>
              <a:rPr lang="ru-RU" sz="2500" dirty="0"/>
              <a:t>, </a:t>
            </a:r>
            <a:r>
              <a:rPr lang="ru-RU" sz="2500" dirty="0" err="1"/>
              <a:t>Sublime</a:t>
            </a:r>
            <a:r>
              <a:rPr lang="ru-RU" sz="2500" dirty="0"/>
              <a:t> Text).</a:t>
            </a:r>
          </a:p>
          <a:p>
            <a:pPr lvl="0"/>
            <a:r>
              <a:rPr lang="ru-RU" sz="2500" dirty="0"/>
              <a:t>Напишите структуру HTML-документа, используя современные стандарты и рекомендации. </a:t>
            </a:r>
          </a:p>
          <a:p>
            <a:pPr lvl="0"/>
            <a:r>
              <a:rPr lang="ru-RU" sz="2500" dirty="0"/>
              <a:t>Сохраните ваш HTML-документ в созданной директории с осмысленным именем файла, например, "index.html" или "home.html".</a:t>
            </a:r>
          </a:p>
          <a:p>
            <a:r>
              <a:rPr lang="ru-RU" sz="2500" dirty="0"/>
              <a:t>5.	Откройте ваш HTML-документ в любом современном веб-браузере, таком как Google </a:t>
            </a:r>
            <a:r>
              <a:rPr lang="ru-RU" sz="2500" dirty="0" err="1"/>
              <a:t>Chrome</a:t>
            </a:r>
            <a:r>
              <a:rPr lang="ru-RU" sz="2500" dirty="0"/>
              <a:t>, Mozilla Firefox или Microsoft Edge.</a:t>
            </a:r>
          </a:p>
          <a:p>
            <a:r>
              <a:rPr lang="ru-RU" sz="2500" dirty="0"/>
              <a:t>6.	Внесите изменения в ваш HTML-документ, представляя его как вашу первую страничку. Добавьте информацию о себе, своих увлечениях, семье и другие интересные детали. Используйте современные теги и стили форматирования для абзацев.</a:t>
            </a:r>
          </a:p>
          <a:p>
            <a:r>
              <a:rPr lang="ru-RU" sz="2500" dirty="0"/>
              <a:t>7.	В теге &lt;</a:t>
            </a:r>
            <a:r>
              <a:rPr lang="ru-RU" sz="2500" dirty="0" err="1"/>
              <a:t>title</a:t>
            </a:r>
            <a:r>
              <a:rPr lang="ru-RU" sz="2500" dirty="0"/>
              <a:t>&gt; укажите: "Домашняя страничка - [Ваше имя и фамилия]".</a:t>
            </a:r>
          </a:p>
          <a:p>
            <a:r>
              <a:rPr lang="ru-RU" sz="2500" dirty="0"/>
              <a:t>8.	Сохраните измененный файл с новым именем, например, "page2.html".</a:t>
            </a:r>
          </a:p>
          <a:p>
            <a:r>
              <a:rPr lang="ru-RU" sz="2500" dirty="0"/>
              <a:t>9.	Просмотрите результат в вашем выбранном веб-браузере. При необходимости внесите дополнительные изменения, используя ваш текстовый редактор.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6184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DAA756-9141-A7A5-98B1-FA1578712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Листинг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3630644-FD43-3564-C2AD-4CECA323FD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2113" y="2438400"/>
            <a:ext cx="11074454" cy="338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71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B88806-2A22-176E-7029-5B5908A6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 работы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3894784-D04C-525A-517E-B86408BE5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6327" y="2378156"/>
            <a:ext cx="11187126" cy="297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347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C1FFA-1299-538C-0778-98C3DA2E4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20ABA8-F3FB-0835-56D8-A64FCCC2F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результате выполнения лабораторной работы я ознакомился с основными понятиями языка </a:t>
            </a:r>
            <a:r>
              <a:rPr lang="en-US" dirty="0"/>
              <a:t>HTML</a:t>
            </a:r>
            <a:r>
              <a:rPr lang="ru-RU" dirty="0"/>
              <a:t>, структурой </a:t>
            </a:r>
            <a:r>
              <a:rPr lang="en-US" dirty="0"/>
              <a:t>HTML-</a:t>
            </a:r>
            <a:r>
              <a:rPr lang="ru-RU" dirty="0"/>
              <a:t>документа, обязательными метками, комментариями, способами форматирования текста, физическими и логическими стилями, приобретение навыков создания простейших статических Web-документов.</a:t>
            </a:r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0694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457FE-E625-E0A7-D7D2-8F5888964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-549442"/>
            <a:ext cx="960120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8AF855-5046-3477-46B2-77139B0BD6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701146"/>
            <a:ext cx="10627895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язык разметки гипертекста, используемый для создания структуры и содержания веб-страниц. Он описывает расположение текста, изображений, ссылок и других элементов.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HTML-документа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включает: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— указание типа документа;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— корневой элемент;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— заголовок документа (метаданные, стиль, заголовок страницы);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— тело документа (основное содержимое страницы).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Обязательные теги: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— начало и конец документа;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— содержит служебную информацию;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— заголовок страницы (отображается на вкладке браузера);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— отображаемая часть страницы.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Определения: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Гипертекст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текст с ссылками на другие документы.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Гиперссылка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элемент, переходящий по адресу (тег &lt;a&gt;).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Web-сайт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совокупность связанных веб-страниц под одним доменом.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URL-адрес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уникальный адрес ресурса в Интернете.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Фрейм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область веб-страницы для отображения другого документа.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Апплет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небольшая программа, встроенная в веб-страницу (обычно Java).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Скрипт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программа на языке сценариев (например, JavaScript).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Браузер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программа для просмотра веб-страниц.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единица структуры HTML (тег + содержимое).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Тег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обозначение элемента в HTML, заключённое в угловые скобки.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Атрибут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дополнительная характеристика тега, уточняющая его свойства.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021042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14</TotalTime>
  <Words>499</Words>
  <Application>Microsoft Office PowerPoint</Application>
  <PresentationFormat>Широкоэкранный</PresentationFormat>
  <Paragraphs>42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Franklin Gothic Book</vt:lpstr>
      <vt:lpstr>Times New Roman</vt:lpstr>
      <vt:lpstr>Уголки</vt:lpstr>
      <vt:lpstr>Лабораторная работа № 1 Основные понятия языка HTML. Структура документа HTML </vt:lpstr>
      <vt:lpstr>Задание 1. Создание простейшей Web-страницы. </vt:lpstr>
      <vt:lpstr>Листинг</vt:lpstr>
      <vt:lpstr>Результат работы</vt:lpstr>
      <vt:lpstr>Вывод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</cp:revision>
  <dcterms:created xsi:type="dcterms:W3CDTF">2025-10-10T10:19:21Z</dcterms:created>
  <dcterms:modified xsi:type="dcterms:W3CDTF">2025-10-10T10:33:24Z</dcterms:modified>
</cp:coreProperties>
</file>